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0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79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88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55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67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1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5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04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86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11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35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67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BB18D-FB2D-423A-A35B-19F53E6C800A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1D570-362F-4E8D-8A2E-2A59ABA7B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0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939800"/>
            <a:ext cx="7730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Washing machine </a:t>
            </a:r>
          </a:p>
          <a:p>
            <a:r>
              <a:rPr lang="en-US" altLang="ko-KR" sz="2000" dirty="0" smtClean="0"/>
              <a:t>mini project</a:t>
            </a:r>
            <a:endParaRPr lang="ko-KR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983133" y="5571067"/>
            <a:ext cx="219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장태희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29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44307"/>
              </p:ext>
            </p:extLst>
          </p:nvPr>
        </p:nvGraphicFramePr>
        <p:xfrm>
          <a:off x="2040466" y="1955799"/>
          <a:ext cx="8128000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57866">
                  <a:extLst>
                    <a:ext uri="{9D8B030D-6E8A-4147-A177-3AD203B41FA5}">
                      <a16:colId xmlns:a16="http://schemas.microsoft.com/office/drawing/2014/main" val="2371541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49156489"/>
                    </a:ext>
                  </a:extLst>
                </a:gridCol>
                <a:gridCol w="3877734">
                  <a:extLst>
                    <a:ext uri="{9D8B030D-6E8A-4147-A177-3AD203B41FA5}">
                      <a16:colId xmlns:a16="http://schemas.microsoft.com/office/drawing/2014/main" val="226668537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728532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부품내용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모델명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0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MCU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ATmega128a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673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Switch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Tact </a:t>
                      </a:r>
                      <a:r>
                        <a:rPr lang="en-US" altLang="ko-KR" baseline="0" dirty="0" smtClean="0"/>
                        <a:t>switch 4EA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21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Red LED 8EA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05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WCN4-0056B7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Anode FND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Motor</a:t>
                      </a:r>
                      <a:r>
                        <a:rPr lang="en-US" altLang="ko-KR" baseline="0" dirty="0" smtClean="0"/>
                        <a:t> Driver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L298N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25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DC Motor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41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Resister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330Ω 8EA, </a:t>
                      </a:r>
                      <a:r>
                        <a:rPr lang="en-US" altLang="ko-KR" dirty="0" smtClean="0"/>
                        <a:t>10kΩ 4EA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4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16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1" y="327134"/>
            <a:ext cx="9022078" cy="620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0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936066" y="2641599"/>
            <a:ext cx="2438400" cy="1270000"/>
            <a:chOff x="4572000" y="2540000"/>
            <a:chExt cx="2438400" cy="1270000"/>
          </a:xfrm>
        </p:grpSpPr>
        <p:sp>
          <p:nvSpPr>
            <p:cNvPr id="4" name="타원 3"/>
            <p:cNvSpPr/>
            <p:nvPr/>
          </p:nvSpPr>
          <p:spPr>
            <a:xfrm>
              <a:off x="4572000" y="2540000"/>
              <a:ext cx="2438400" cy="127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32400" y="2990334"/>
              <a:ext cx="111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대기상태</a:t>
              </a:r>
              <a:endParaRPr lang="ko-KR" altLang="en-US" dirty="0"/>
            </a:p>
          </p:txBody>
        </p:sp>
      </p:grpSp>
      <p:sp>
        <p:nvSpPr>
          <p:cNvPr id="8" name="타원 7"/>
          <p:cNvSpPr/>
          <p:nvPr/>
        </p:nvSpPr>
        <p:spPr>
          <a:xfrm>
            <a:off x="7902918" y="1371599"/>
            <a:ext cx="2438400" cy="127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4936066" y="347683"/>
            <a:ext cx="2438400" cy="127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1969214" y="1371599"/>
            <a:ext cx="2438400" cy="127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1969214" y="3911599"/>
            <a:ext cx="2438400" cy="127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902918" y="3911599"/>
            <a:ext cx="2438400" cy="127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4936066" y="5181599"/>
            <a:ext cx="2438400" cy="127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507876" y="1552102"/>
            <a:ext cx="132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세탁</a:t>
            </a:r>
            <a:r>
              <a:rPr lang="en-US" altLang="ko-KR" dirty="0" smtClean="0"/>
              <a:t>:</a:t>
            </a:r>
          </a:p>
          <a:p>
            <a:r>
              <a:rPr lang="ko-KR" altLang="en-US" dirty="0" smtClean="0"/>
              <a:t>중간 속도</a:t>
            </a:r>
            <a:endParaRPr lang="en-US" altLang="ko-KR" dirty="0" smtClean="0"/>
          </a:p>
          <a:p>
            <a:r>
              <a:rPr lang="ko-KR" altLang="en-US" dirty="0" err="1" smtClean="0"/>
              <a:t>정회전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367864" y="521518"/>
            <a:ext cx="1557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헹굼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중간 속도</a:t>
            </a:r>
            <a:endParaRPr lang="en-US" altLang="ko-KR" dirty="0"/>
          </a:p>
          <a:p>
            <a:r>
              <a:rPr lang="ko-KR" altLang="en-US" dirty="0" smtClean="0"/>
              <a:t>역회전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385839" y="1552102"/>
            <a:ext cx="1440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탈수</a:t>
            </a:r>
            <a:r>
              <a:rPr lang="en-US" altLang="ko-KR" dirty="0"/>
              <a:t>:</a:t>
            </a:r>
          </a:p>
          <a:p>
            <a:r>
              <a:rPr lang="ko-KR" altLang="en-US" dirty="0" smtClean="0"/>
              <a:t>최고속도</a:t>
            </a:r>
            <a:endParaRPr lang="en-US" altLang="ko-KR" dirty="0"/>
          </a:p>
          <a:p>
            <a:r>
              <a:rPr lang="ko-KR" altLang="en-US" dirty="0" err="1"/>
              <a:t>정회전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279841" y="4361933"/>
            <a:ext cx="18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세탁 시간 설정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161587" y="5631933"/>
            <a:ext cx="198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헹굼 시간 설정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114584" y="4361933"/>
            <a:ext cx="201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탈수 시간 설정</a:t>
            </a:r>
            <a:endParaRPr lang="ko-KR" altLang="en-US" dirty="0"/>
          </a:p>
        </p:txBody>
      </p:sp>
      <p:cxnSp>
        <p:nvCxnSpPr>
          <p:cNvPr id="30" name="직선 화살표 연결선 29"/>
          <p:cNvCxnSpPr>
            <a:stCxn id="8" idx="0"/>
            <a:endCxn id="9" idx="6"/>
          </p:cNvCxnSpPr>
          <p:nvPr/>
        </p:nvCxnSpPr>
        <p:spPr>
          <a:xfrm flipH="1" flipV="1">
            <a:off x="7374466" y="982683"/>
            <a:ext cx="1747652" cy="388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9" idx="2"/>
            <a:endCxn id="10" idx="0"/>
          </p:cNvCxnSpPr>
          <p:nvPr/>
        </p:nvCxnSpPr>
        <p:spPr>
          <a:xfrm flipH="1">
            <a:off x="3188414" y="982683"/>
            <a:ext cx="1747652" cy="388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9" idx="4"/>
            <a:endCxn id="4" idx="0"/>
          </p:cNvCxnSpPr>
          <p:nvPr/>
        </p:nvCxnSpPr>
        <p:spPr>
          <a:xfrm>
            <a:off x="6155266" y="1617683"/>
            <a:ext cx="0" cy="102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0" idx="4"/>
            <a:endCxn id="4" idx="2"/>
          </p:cNvCxnSpPr>
          <p:nvPr/>
        </p:nvCxnSpPr>
        <p:spPr>
          <a:xfrm>
            <a:off x="3188414" y="2641599"/>
            <a:ext cx="1747652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8" idx="4"/>
            <a:endCxn id="4" idx="6"/>
          </p:cNvCxnSpPr>
          <p:nvPr/>
        </p:nvCxnSpPr>
        <p:spPr>
          <a:xfrm flipH="1">
            <a:off x="7374466" y="2641599"/>
            <a:ext cx="1747652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12" idx="0"/>
            <a:endCxn id="4" idx="6"/>
          </p:cNvCxnSpPr>
          <p:nvPr/>
        </p:nvCxnSpPr>
        <p:spPr>
          <a:xfrm flipH="1" flipV="1">
            <a:off x="7374466" y="3276599"/>
            <a:ext cx="1747652" cy="635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11" idx="4"/>
            <a:endCxn id="13" idx="2"/>
          </p:cNvCxnSpPr>
          <p:nvPr/>
        </p:nvCxnSpPr>
        <p:spPr>
          <a:xfrm>
            <a:off x="3188414" y="5181599"/>
            <a:ext cx="1747652" cy="635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13" idx="6"/>
            <a:endCxn id="12" idx="4"/>
          </p:cNvCxnSpPr>
          <p:nvPr/>
        </p:nvCxnSpPr>
        <p:spPr>
          <a:xfrm flipV="1">
            <a:off x="7374466" y="5181599"/>
            <a:ext cx="1747652" cy="635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4" idx="2"/>
            <a:endCxn id="11" idx="0"/>
          </p:cNvCxnSpPr>
          <p:nvPr/>
        </p:nvCxnSpPr>
        <p:spPr>
          <a:xfrm flipH="1">
            <a:off x="3188414" y="3276599"/>
            <a:ext cx="1747652" cy="635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구부러진 연결선 59"/>
          <p:cNvCxnSpPr>
            <a:endCxn id="4" idx="2"/>
          </p:cNvCxnSpPr>
          <p:nvPr/>
        </p:nvCxnSpPr>
        <p:spPr>
          <a:xfrm>
            <a:off x="716280" y="2641599"/>
            <a:ext cx="4219786" cy="635000"/>
          </a:xfrm>
          <a:prstGeom prst="curvedConnector3">
            <a:avLst>
              <a:gd name="adj1" fmla="val 50361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79120" y="280077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전원 입력</a:t>
            </a:r>
            <a:endParaRPr lang="ko-KR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8415931" y="287537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BTN0</a:t>
            </a:r>
            <a:endParaRPr lang="ko-KR" altLang="en-US" dirty="0"/>
          </a:p>
        </p:txBody>
      </p:sp>
      <p:cxnSp>
        <p:nvCxnSpPr>
          <p:cNvPr id="65" name="직선 화살표 연결선 64"/>
          <p:cNvCxnSpPr>
            <a:stCxn id="4" idx="7"/>
            <a:endCxn id="8" idx="3"/>
          </p:cNvCxnSpPr>
          <p:nvPr/>
        </p:nvCxnSpPr>
        <p:spPr>
          <a:xfrm flipV="1">
            <a:off x="7017371" y="2455612"/>
            <a:ext cx="1242642" cy="371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63530" y="229746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BTN0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8034866" y="802089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BTN0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3554371" y="77236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BTN0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3848814" y="261610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BTN0</a:t>
            </a:r>
            <a:endParaRPr lang="ko-KR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367931" y="1883351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BTN0</a:t>
            </a:r>
            <a:endParaRPr lang="ko-KR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538037" y="3592661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BTN1</a:t>
            </a:r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599987" y="512882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BTN1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3889772" y="5161941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BTN1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3995451" y="354326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BTN1</a:t>
            </a:r>
            <a:endParaRPr lang="ko-KR" altLang="en-US" dirty="0"/>
          </a:p>
        </p:txBody>
      </p:sp>
      <p:cxnSp>
        <p:nvCxnSpPr>
          <p:cNvPr id="80" name="구부러진 연결선 79"/>
          <p:cNvCxnSpPr>
            <a:stCxn id="11" idx="2"/>
            <a:endCxn id="11" idx="3"/>
          </p:cNvCxnSpPr>
          <p:nvPr/>
        </p:nvCxnSpPr>
        <p:spPr>
          <a:xfrm rot="10800000" flipH="1" flipV="1">
            <a:off x="1969213" y="4546598"/>
            <a:ext cx="357095" cy="449013"/>
          </a:xfrm>
          <a:prstGeom prst="curvedConnector4">
            <a:avLst>
              <a:gd name="adj1" fmla="val -119498"/>
              <a:gd name="adj2" fmla="val 18893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구부러진 연결선 84"/>
          <p:cNvCxnSpPr/>
          <p:nvPr/>
        </p:nvCxnSpPr>
        <p:spPr>
          <a:xfrm rot="10800000" flipH="1" flipV="1">
            <a:off x="4870279" y="5836257"/>
            <a:ext cx="357095" cy="449013"/>
          </a:xfrm>
          <a:prstGeom prst="curvedConnector4">
            <a:avLst>
              <a:gd name="adj1" fmla="val -119498"/>
              <a:gd name="adj2" fmla="val 18893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구부러진 연결선 85"/>
          <p:cNvCxnSpPr>
            <a:endCxn id="12" idx="5"/>
          </p:cNvCxnSpPr>
          <p:nvPr/>
        </p:nvCxnSpPr>
        <p:spPr>
          <a:xfrm rot="5400000">
            <a:off x="9925114" y="4586050"/>
            <a:ext cx="468672" cy="350453"/>
          </a:xfrm>
          <a:prstGeom prst="curvedConnector3">
            <a:avLst>
              <a:gd name="adj1" fmla="val 22097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64043" y="512882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BTN2</a:t>
            </a:r>
            <a:endParaRPr lang="ko-KR" alt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3716866" y="622092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BTN2</a:t>
            </a:r>
            <a:endParaRPr lang="ko-KR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10299049" y="524105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BTN2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54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73</Words>
  <Application>Microsoft Office PowerPoint</Application>
  <PresentationFormat>와이드스크린</PresentationFormat>
  <Paragraphs>48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13</cp:revision>
  <dcterms:created xsi:type="dcterms:W3CDTF">2026-06-18T08:48:58Z</dcterms:created>
  <dcterms:modified xsi:type="dcterms:W3CDTF">2026-06-19T02:46:57Z</dcterms:modified>
</cp:coreProperties>
</file>